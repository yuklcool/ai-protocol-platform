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AIP-PPTX-119: lighting saving 38 percent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